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84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0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573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44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97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93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55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2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55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60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03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93B83-B73D-42F6-A42D-5E9435E02CAC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20E5-CE8F-4B48-B1F2-90D4D61EB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28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제목</a:t>
            </a:r>
            <a:r>
              <a:rPr lang="en-US" altLang="ko-KR" smtClean="0"/>
              <a:t>1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56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슬라이드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추가 내용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0736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제목1</vt:lpstr>
      <vt:lpstr>슬라이드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</dc:title>
  <dc:creator>Microsoft 계정</dc:creator>
  <cp:lastModifiedBy>Microsoft 계정</cp:lastModifiedBy>
  <cp:revision>3</cp:revision>
  <dcterms:created xsi:type="dcterms:W3CDTF">2026-03-09T11:07:17Z</dcterms:created>
  <dcterms:modified xsi:type="dcterms:W3CDTF">2026-03-09T11:08:09Z</dcterms:modified>
</cp:coreProperties>
</file>