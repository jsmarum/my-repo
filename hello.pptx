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848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906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1573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444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497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0931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554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3820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553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03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03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993B83-B73D-42F6-A42D-5E9435E02CAC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C20E5-CE8F-4B48-B1F2-90D4D61EBB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1281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제목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smtClean="0"/>
              <a:t>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8569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제목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제목</dc:title>
  <dc:creator>Microsoft 계정</dc:creator>
  <cp:lastModifiedBy>Microsoft 계정</cp:lastModifiedBy>
  <cp:revision>1</cp:revision>
  <dcterms:created xsi:type="dcterms:W3CDTF">2026-03-09T11:07:17Z</dcterms:created>
  <dcterms:modified xsi:type="dcterms:W3CDTF">2026-03-09T11:07:26Z</dcterms:modified>
</cp:coreProperties>
</file>